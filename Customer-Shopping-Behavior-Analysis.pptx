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DM Sans" pitchFamily="2" charset="77"/>
      <p:regular r:id="rId19"/>
    </p:embeddedFont>
    <p:embeddedFont>
      <p:font typeface="Libre Baskerville" panose="02000000000000000000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56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720C-37D8-CAA9-01D0-B68352AC6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8724C-E0AE-38CF-7B8E-EE9861D77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D822C-0625-F79D-64AB-5369F21C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35D27-8DDF-7F0D-E2A4-8EB1C84E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C2E8-9E0C-9F06-F312-DBFCEE25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752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51FB-9CC9-7EBC-B6BE-1A027105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AA32-BE51-17CA-BE9B-744AF65E6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3FAE-D281-1B60-D396-742E68E3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A24AB-12CC-0650-268A-6D2B74BF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3D7B-D942-DA75-C887-E3F94948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526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9F01-45E5-D56C-ECB0-28B953FC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01572-D4F9-BD89-CE3A-028A26C2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98D0C-D4B9-D2D8-712C-1D92D9BA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CD9EB-E463-4B8D-6CB9-8E2EB4A5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F6BC2-5251-32B8-79E7-992C05DA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061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E12B-3F1D-76F1-C53E-D81BD532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307A-02F2-0039-9F39-84717F9E1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1ECF6-A9D8-BDC1-B586-5B7433804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3DB6A-67E4-9A4C-FDEC-05321238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5B3AD-F857-5E93-CCB2-B4D57008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F1D1-1E2A-F665-7553-08B93931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982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0262-A9C7-DECF-A00D-40F9F111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C5D40-39F0-8F22-DB7F-85812AFD6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A719A-EE79-4AD7-6851-FB0D02D17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21A54-2629-5BE5-D956-97AA9BAD1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1AA89-B67C-7AC1-B251-C7563286F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291E5-0920-9D87-F773-07D93AB0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FECE71-04FE-79DD-061D-1E64B41A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B61F1-6A43-91B2-72D2-95666058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126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B5A1-9850-2C66-6A7E-EA569D92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77942-FD8C-E5D2-3170-DBDBA276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DFDC6-001B-AE7E-7BF6-BE253F56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89814-733D-C5AA-E695-A4F805AB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437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57443-DA6E-F230-B742-847C9B29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9FDBA-FF93-15FA-99AE-7E81903D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1E872-06DA-1E79-74E3-E216792E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590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BB5A-0FD4-703D-19D5-A2DC5F90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7CE89-3C89-77F0-2FC3-D8853E0C1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1848A-A7D8-730A-2C82-EFE35021C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A8A51-D1F0-B58B-5A60-F7DFCB66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1F0A1-93DF-7288-3651-F1516265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8304-F193-94B9-D515-956A6C97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01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3525-5BF8-A2C2-7980-528B59B3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AC791-645B-E984-9B6F-44A5234FC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C892A-9D57-DC57-FEA1-226D17832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08EFF-219A-A362-ECA9-9D4B259F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F5D9C-C74E-DFCB-2128-E085752E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1D834-14EC-50A4-03D0-516619C0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163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D1F3-9F47-1F48-D4D3-F95465AC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EB138-FAF8-A7FB-A8D5-B23EE6984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DD366-FA84-1F92-289C-660DC2B09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848D2-126E-91DE-BAA7-AB46E49E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86130-5FF4-07BB-1775-2783DB9B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200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7999A-8B93-37F3-75E5-864E0E87D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483BA-B392-758A-5202-B6FC2813C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EED7C-FDD8-BF51-F276-56D2FB39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F1BD0-A939-A4FC-2422-BC12569F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78D3D-A565-6C45-F237-24F16A97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972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650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38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96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232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004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941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501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590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501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79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6D563-AD38-E179-BD18-404BE895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2F0EB-CCA7-4D01-E7D7-1DBE19EE9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4C8D8-CFB3-93A5-F740-05557C955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4BF76-7252-674E-829D-3319C25B5D8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8A63C-BB59-34AE-1B77-CD70323CC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9371-84F6-D724-6693-E955B0E54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57DB1-F59E-044F-9FAE-5796EE98C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277</Words>
  <Application>Microsoft Macintosh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 Light</vt:lpstr>
      <vt:lpstr>Arial</vt:lpstr>
      <vt:lpstr>DM Sans</vt:lpstr>
      <vt:lpstr>Libre Baskerville Light</vt:lpstr>
      <vt:lpstr>Calibri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Vishank Agrohi</cp:lastModifiedBy>
  <cp:revision>2</cp:revision>
  <dcterms:created xsi:type="dcterms:W3CDTF">2025-10-14T02:52:14Z</dcterms:created>
  <dcterms:modified xsi:type="dcterms:W3CDTF">2026-05-28T11:18:07Z</dcterms:modified>
</cp:coreProperties>
</file>